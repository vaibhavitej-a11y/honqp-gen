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chivo Black" charset="1" panose="020B0A03020202020B04"/>
      <p:regular r:id="rId17"/>
    </p:embeddedFont>
    <p:embeddedFont>
      <p:font typeface="Garet" charset="1" panose="00000000000000000000"/>
      <p:regular r:id="rId18"/>
    </p:embeddedFont>
    <p:embeddedFont>
      <p:font typeface="Alexandria Bold" charset="1" panose="00000000000000000000"/>
      <p:regular r:id="rId19"/>
    </p:embeddedFont>
    <p:embeddedFont>
      <p:font typeface="Garet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2020970" y="5855749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7"/>
                </a:lnTo>
                <a:lnTo>
                  <a:pt x="7684968" y="7684967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6475330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7"/>
                </a:lnTo>
                <a:lnTo>
                  <a:pt x="7684968" y="7684967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69827" y="2077941"/>
            <a:ext cx="16357380" cy="3561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8"/>
              </a:lnSpc>
            </a:pPr>
            <a:r>
              <a:rPr lang="en-US" sz="6777">
                <a:solidFill>
                  <a:srgbClr val="3F3D3E"/>
                </a:solidFill>
                <a:latin typeface="Archivo Black"/>
                <a:ea typeface="Archivo Black"/>
                <a:cs typeface="Archivo Black"/>
                <a:sym typeface="Archivo Black"/>
              </a:rPr>
              <a:t>HONQPGEN – AI BASED QUESTION HANDS-ON GENERATION TOOL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74523" y="5763422"/>
            <a:ext cx="10713477" cy="538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  <a:spcBef>
                <a:spcPct val="0"/>
              </a:spcBef>
            </a:pPr>
            <a:r>
              <a:rPr lang="en-US" sz="31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~from Infosis Springboard AI internship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724007" y="8216622"/>
            <a:ext cx="10713477" cy="1662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31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 Vaibhavi tej</a:t>
            </a:r>
          </a:p>
          <a:p>
            <a:pPr algn="ctr">
              <a:lnSpc>
                <a:spcPts val="4436"/>
              </a:lnSpc>
            </a:pPr>
            <a:r>
              <a:rPr lang="en-US" sz="31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247Y1A6660</a:t>
            </a:r>
          </a:p>
          <a:p>
            <a:pPr algn="ctr">
              <a:lnSpc>
                <a:spcPts val="4436"/>
              </a:lnSpc>
              <a:spcBef>
                <a:spcPct val="0"/>
              </a:spcBef>
            </a:pPr>
            <a:r>
              <a:rPr lang="en-US" sz="31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CSM A-2|1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7562961"/>
            <a:ext cx="7265462" cy="52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7"/>
              </a:lnSpc>
            </a:pPr>
            <a:r>
              <a:rPr lang="en-US" b="true" sz="31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443857" y="876300"/>
            <a:ext cx="1294441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INTERNSHIP OVERVIEW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96868" y="2970042"/>
            <a:ext cx="13838394" cy="5896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2487" indent="-401244" lvl="1">
              <a:lnSpc>
                <a:spcPts val="5203"/>
              </a:lnSpc>
              <a:buFont typeface="Arial"/>
              <a:buChar char="•"/>
            </a:pPr>
            <a:r>
              <a:rPr lang="en-US" b="true" sz="37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8-week AI internship under Springboard AI First Internships</a:t>
            </a:r>
          </a:p>
          <a:p>
            <a:pPr algn="ctr" marL="802487" indent="-401244" lvl="1">
              <a:lnSpc>
                <a:spcPts val="5203"/>
              </a:lnSpc>
              <a:buFont typeface="Arial"/>
              <a:buChar char="•"/>
            </a:pPr>
            <a:r>
              <a:rPr lang="en-US" b="true" sz="37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Focus: Developing intelligent systems using AI and ML</a:t>
            </a:r>
          </a:p>
          <a:p>
            <a:pPr algn="ctr" marL="802487" indent="-401244" lvl="1">
              <a:lnSpc>
                <a:spcPts val="5203"/>
              </a:lnSpc>
              <a:buFont typeface="Arial"/>
              <a:buChar char="•"/>
            </a:pPr>
            <a:r>
              <a:rPr lang="en-US" b="true" sz="37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Project Theme: HONQPGen – AI Based Question Hands-on Generation Tool</a:t>
            </a:r>
          </a:p>
          <a:p>
            <a:pPr algn="ctr" marL="802487" indent="-401244" lvl="1">
              <a:lnSpc>
                <a:spcPts val="5203"/>
              </a:lnSpc>
              <a:buFont typeface="Arial"/>
              <a:buChar char="•"/>
            </a:pPr>
            <a:r>
              <a:rPr lang="en-US" b="true" sz="3716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Objective: Apply AI, NLP &amp; Data Science concepts in a real educational solution</a:t>
            </a:r>
          </a:p>
          <a:p>
            <a:pPr algn="ctr">
              <a:lnSpc>
                <a:spcPts val="5203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01987" y="543537"/>
            <a:ext cx="13112269" cy="2430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0"/>
              </a:lnSpc>
            </a:pPr>
            <a:r>
              <a:rPr lang="en-US" b="true" sz="695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PROJECT OVERVIEW: HONQPGEN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408501" y="5879173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4"/>
                </a:lnTo>
                <a:lnTo>
                  <a:pt x="0" y="67582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5370" y="3455680"/>
            <a:ext cx="14612843" cy="5164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3447" indent="-396724" lvl="1">
              <a:lnSpc>
                <a:spcPts val="5145"/>
              </a:lnSpc>
              <a:buFont typeface="Arial"/>
              <a:buChar char="•"/>
            </a:pPr>
            <a:r>
              <a:rPr lang="en-US" b="true" sz="3675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Problem: Manual question creation is time-consuming and inconsistent</a:t>
            </a:r>
          </a:p>
          <a:p>
            <a:pPr algn="ctr" marL="793447" indent="-396724" lvl="1">
              <a:lnSpc>
                <a:spcPts val="5145"/>
              </a:lnSpc>
              <a:buFont typeface="Arial"/>
              <a:buChar char="•"/>
            </a:pPr>
            <a:r>
              <a:rPr lang="en-US" b="true" sz="3675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Solution: AI system that auto-generates questions from text and code</a:t>
            </a:r>
          </a:p>
          <a:p>
            <a:pPr algn="ctr" marL="793447" indent="-396724" lvl="1">
              <a:lnSpc>
                <a:spcPts val="5145"/>
              </a:lnSpc>
              <a:buFont typeface="Arial"/>
              <a:buChar char="•"/>
            </a:pPr>
            <a:r>
              <a:rPr lang="en-US" b="true" sz="3675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Uses NLP and Deep Learning to produce MCQs, fill-in-the-blank, and descriptive questions</a:t>
            </a:r>
          </a:p>
          <a:p>
            <a:pPr algn="ctr" marL="793447" indent="-396724" lvl="1">
              <a:lnSpc>
                <a:spcPts val="5145"/>
              </a:lnSpc>
              <a:buFont typeface="Arial"/>
              <a:buChar char="•"/>
            </a:pPr>
            <a:r>
              <a:rPr lang="en-US" b="true" sz="3675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Goal: Automate content creation for teachers and learners.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780736" y="340557"/>
            <a:ext cx="1271788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WORKFLOW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1300" y="2296290"/>
            <a:ext cx="16625401" cy="6581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Input Text – The system receives educational content (text or code).</a:t>
            </a:r>
          </a:p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 Pre-Processing – Text is cleaned, tokenized &amp; normalized for AI analysis.</a:t>
            </a:r>
          </a:p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 Concept Extraction – Key concepts and keywords are identified using NLP.</a:t>
            </a:r>
          </a:p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 Question Generation – Transformer models (GPT/T5) generate questions based on context.</a:t>
            </a:r>
          </a:p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 Filtering &amp; Ranking – Poor or duplicate questions are removed; best ones ranked by relevance.</a:t>
            </a:r>
          </a:p>
          <a:p>
            <a:pPr algn="ctr" marL="728938" indent="-364469" lvl="1">
              <a:lnSpc>
                <a:spcPts val="4726"/>
              </a:lnSpc>
              <a:buAutoNum type="arabicPeriod" startAt="1"/>
            </a:pPr>
            <a:r>
              <a:rPr lang="en-US" b="true" sz="3376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 Output Generation – Final questions are presented in MCQ or descriptive formats.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607563" y="876300"/>
            <a:ext cx="1324248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TOOLS AND RESOURCES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98306" y="2861722"/>
            <a:ext cx="13651737" cy="5113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01200" indent="-450600" lvl="1">
              <a:lnSpc>
                <a:spcPts val="5843"/>
              </a:lnSpc>
              <a:buAutoNum type="arabicPeriod" startAt="1"/>
            </a:pPr>
            <a:r>
              <a:rPr lang="en-US" b="true" sz="4174">
                <a:solidFill>
                  <a:srgbClr val="545454">
                    <a:alpha val="8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Libraries: NLTK, SpaCy, TensorFlow, PyTorch, Transformers</a:t>
            </a:r>
          </a:p>
          <a:p>
            <a:pPr algn="ctr" marL="901200" indent="-450600" lvl="1">
              <a:lnSpc>
                <a:spcPts val="5843"/>
              </a:lnSpc>
              <a:buAutoNum type="arabicPeriod" startAt="1"/>
            </a:pPr>
            <a:r>
              <a:rPr lang="en-US" b="true" sz="4174">
                <a:solidFill>
                  <a:srgbClr val="545454">
                    <a:alpha val="8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Data Processing: Pandas, NumPy</a:t>
            </a:r>
          </a:p>
          <a:p>
            <a:pPr algn="ctr" marL="901200" indent="-450600" lvl="1">
              <a:lnSpc>
                <a:spcPts val="5843"/>
              </a:lnSpc>
              <a:buAutoNum type="arabicPeriod" startAt="1"/>
            </a:pPr>
            <a:r>
              <a:rPr lang="en-US" b="true" sz="4174">
                <a:solidFill>
                  <a:srgbClr val="545454">
                    <a:alpha val="8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Environment: Jupyter / Colab</a:t>
            </a:r>
          </a:p>
          <a:p>
            <a:pPr algn="ctr" marL="901200" indent="-450600" lvl="1">
              <a:lnSpc>
                <a:spcPts val="5843"/>
              </a:lnSpc>
              <a:buAutoNum type="arabicPeriod" startAt="1"/>
            </a:pPr>
            <a:r>
              <a:rPr lang="en-US" b="true" sz="4174">
                <a:solidFill>
                  <a:srgbClr val="545454">
                    <a:alpha val="8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Version Control: GitHub</a:t>
            </a:r>
          </a:p>
          <a:p>
            <a:pPr algn="ctr" marL="901200" indent="-450600" lvl="1">
              <a:lnSpc>
                <a:spcPts val="5843"/>
              </a:lnSpc>
              <a:buAutoNum type="arabicPeriod" startAt="1"/>
            </a:pPr>
            <a:r>
              <a:rPr lang="en-US" b="true" sz="4174">
                <a:solidFill>
                  <a:srgbClr val="545454">
                    <a:alpha val="89804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Dataset: Educational text corpus &amp; QA pairs</a:t>
            </a:r>
          </a:p>
          <a:p>
            <a:pPr algn="ctr">
              <a:lnSpc>
                <a:spcPts val="584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5607" y="517533"/>
            <a:ext cx="1248938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WORKING PRINCIPLE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36104" y="2462224"/>
            <a:ext cx="16447758" cy="6157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The model learns from a large set of question–answer examples.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It recognizes patterns in how questions are formed from text.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When given new text, it identifies key concepts and phrases that can be asked about.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The transformer model then generates a question with the correct answer embedded in context.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Example: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Input → “Artificial Intelligence enables machines to learn from data.”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 Output → “What does Artificial Intelligence enable machines to do?”</a:t>
            </a:r>
          </a:p>
          <a:p>
            <a:pPr algn="ctr" marL="692417" indent="-346209" lvl="1">
              <a:lnSpc>
                <a:spcPts val="4489"/>
              </a:lnSpc>
              <a:buAutoNum type="arabicPeriod" startAt="1"/>
            </a:pPr>
            <a:r>
              <a:rPr lang="en-US" b="true" sz="3207">
                <a:solidFill>
                  <a:srgbClr val="000000">
                    <a:alpha val="72941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The system filters poorly phrased questions and keeps only the best ones for output.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541415" y="625811"/>
            <a:ext cx="11075173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CORE AI CONCEPTS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99649" y="2494948"/>
            <a:ext cx="16216144" cy="6544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9385" indent="-399692" lvl="1">
              <a:lnSpc>
                <a:spcPts val="5183"/>
              </a:lnSpc>
              <a:buAutoNum type="arabicPeriod" startAt="1"/>
            </a:pPr>
            <a:r>
              <a:rPr lang="en-US" b="true" sz="3702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Artificial Intelligence: Automating reasoning &amp; decision making</a:t>
            </a:r>
          </a:p>
          <a:p>
            <a:pPr algn="ctr" marL="799385" indent="-399692" lvl="1">
              <a:lnSpc>
                <a:spcPts val="5183"/>
              </a:lnSpc>
              <a:buAutoNum type="arabicPeriod" startAt="1"/>
            </a:pPr>
            <a:r>
              <a:rPr lang="en-US" b="true" sz="3702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Machine Learning: Models learn from QA pairs and improve accuracy</a:t>
            </a:r>
          </a:p>
          <a:p>
            <a:pPr algn="ctr" marL="799385" indent="-399692" lvl="1">
              <a:lnSpc>
                <a:spcPts val="5183"/>
              </a:lnSpc>
              <a:buAutoNum type="arabicPeriod" startAt="1"/>
            </a:pPr>
            <a:r>
              <a:rPr lang="en-US" b="true" sz="3702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Deep Learning: Neural networks capture semantic relationships</a:t>
            </a:r>
          </a:p>
          <a:p>
            <a:pPr algn="ctr" marL="799385" indent="-399692" lvl="1">
              <a:lnSpc>
                <a:spcPts val="5183"/>
              </a:lnSpc>
              <a:buAutoNum type="arabicPeriod" startAt="1"/>
            </a:pPr>
            <a:r>
              <a:rPr lang="en-US" b="true" sz="3702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Natural Language Processing: Understands context and language structure</a:t>
            </a:r>
          </a:p>
          <a:p>
            <a:pPr algn="ctr" marL="799385" indent="-399692" lvl="1">
              <a:lnSpc>
                <a:spcPts val="5183"/>
              </a:lnSpc>
              <a:buAutoNum type="arabicPeriod" startAt="1"/>
            </a:pPr>
            <a:r>
              <a:rPr lang="en-US" b="true" sz="3702">
                <a:solidFill>
                  <a:srgbClr val="000000">
                    <a:alpha val="71765"/>
                  </a:srgbClr>
                </a:solidFill>
                <a:latin typeface="Garet Bold"/>
                <a:ea typeface="Garet Bold"/>
                <a:cs typeface="Garet Bold"/>
                <a:sym typeface="Garet Bold"/>
              </a:rPr>
              <a:t>Robotic Process Automation: Automates data input/output handling.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44126" y="912057"/>
            <a:ext cx="1271788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APPLICATIONS &amp; IMPACT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259346" y="2932987"/>
            <a:ext cx="15028529" cy="3868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95405" indent="-397702" lvl="1">
              <a:lnSpc>
                <a:spcPts val="5157"/>
              </a:lnSpc>
              <a:buFont typeface="Arial"/>
              <a:buChar char="•"/>
            </a:pPr>
            <a:r>
              <a:rPr lang="en-US" b="true" sz="368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E-Learning: Auto-generate quizzes and assessments</a:t>
            </a:r>
          </a:p>
          <a:p>
            <a:pPr algn="ctr" marL="795405" indent="-397702" lvl="1">
              <a:lnSpc>
                <a:spcPts val="5157"/>
              </a:lnSpc>
              <a:buFont typeface="Arial"/>
              <a:buChar char="•"/>
            </a:pPr>
            <a:r>
              <a:rPr lang="en-US" b="true" sz="368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Educational Institutions: Assist teachers</a:t>
            </a:r>
          </a:p>
          <a:p>
            <a:pPr algn="ctr" marL="795405" indent="-397702" lvl="1">
              <a:lnSpc>
                <a:spcPts val="5157"/>
              </a:lnSpc>
              <a:buFont typeface="Arial"/>
              <a:buChar char="•"/>
            </a:pPr>
            <a:r>
              <a:rPr lang="en-US" b="true" sz="368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Corporate Training: Instant practice material</a:t>
            </a:r>
          </a:p>
          <a:p>
            <a:pPr algn="ctr" marL="795405" indent="-397702" lvl="1">
              <a:lnSpc>
                <a:spcPts val="5157"/>
              </a:lnSpc>
              <a:buFont typeface="Arial"/>
              <a:buChar char="•"/>
            </a:pPr>
            <a:r>
              <a:rPr lang="en-US" b="true" sz="368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Exam Prep: Topic-wise self-tests</a:t>
            </a:r>
          </a:p>
          <a:p>
            <a:pPr algn="ctr" marL="795405" indent="-397702" lvl="1">
              <a:lnSpc>
                <a:spcPts val="5157"/>
              </a:lnSpc>
              <a:buFont typeface="Arial"/>
              <a:buChar char="•"/>
            </a:pPr>
            <a:r>
              <a:rPr lang="en-US" b="true" sz="3684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Adaptive Learning: Adjusts difficulty to learner level</a:t>
            </a:r>
          </a:p>
          <a:p>
            <a:pPr algn="ctr">
              <a:lnSpc>
                <a:spcPts val="5157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05732" y="245307"/>
            <a:ext cx="13135346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KEY LEARNINGS &amp; TAKEAWAYS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1514" y="3979942"/>
            <a:ext cx="15664317" cy="326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07076" indent="-403538" lvl="1">
              <a:lnSpc>
                <a:spcPts val="5233"/>
              </a:lnSpc>
              <a:buFont typeface="Arial"/>
              <a:buChar char="•"/>
            </a:pPr>
            <a:r>
              <a:rPr lang="en-US" b="true" sz="373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Hands-on experience with AI, ML, NLP &amp; automation tools</a:t>
            </a:r>
          </a:p>
          <a:p>
            <a:pPr algn="ctr" marL="807076" indent="-403538" lvl="1">
              <a:lnSpc>
                <a:spcPts val="5233"/>
              </a:lnSpc>
              <a:buFont typeface="Arial"/>
              <a:buChar char="•"/>
            </a:pPr>
            <a:r>
              <a:rPr lang="en-US" b="true" sz="373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Understood data pipelines and model workflows</a:t>
            </a:r>
          </a:p>
          <a:p>
            <a:pPr algn="ctr" marL="807076" indent="-403538" lvl="1">
              <a:lnSpc>
                <a:spcPts val="5233"/>
              </a:lnSpc>
              <a:buFont typeface="Arial"/>
              <a:buChar char="•"/>
            </a:pPr>
            <a:r>
              <a:rPr lang="en-US" b="true" sz="373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Improved collaboration and Agile team skills</a:t>
            </a:r>
          </a:p>
          <a:p>
            <a:pPr algn="ctr" marL="807076" indent="-403538" lvl="1">
              <a:lnSpc>
                <a:spcPts val="5233"/>
              </a:lnSpc>
              <a:buFont typeface="Arial"/>
              <a:buChar char="•"/>
            </a:pPr>
            <a:r>
              <a:rPr lang="en-US" b="true" sz="3738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Learned how AI is transforming education</a:t>
            </a:r>
          </a:p>
          <a:p>
            <a:pPr algn="ctr">
              <a:lnSpc>
                <a:spcPts val="5233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69920" y="539188"/>
            <a:ext cx="9205169" cy="1392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b="true" sz="817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89962" y="2578512"/>
            <a:ext cx="14308076" cy="4310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761579" indent="-380789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HONQPGen simplifies and enhances question generation using AI</a:t>
            </a:r>
          </a:p>
          <a:p>
            <a:pPr algn="ctr" marL="761579" indent="-380789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Combines NLP and Deep Learning for adaptive learning systems</a:t>
            </a:r>
          </a:p>
          <a:p>
            <a:pPr algn="ctr" marL="761579" indent="-380789" lvl="1">
              <a:lnSpc>
                <a:spcPts val="4938"/>
              </a:lnSpc>
              <a:buFont typeface="Arial"/>
              <a:buChar char="•"/>
            </a:pPr>
            <a:r>
              <a:rPr lang="en-US" b="true" sz="3527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Future: Image-based questions, multilingual support, difficulty control</a:t>
            </a:r>
          </a:p>
          <a:p>
            <a:pPr algn="ctr">
              <a:lnSpc>
                <a:spcPts val="4938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62907" y="2954486"/>
            <a:ext cx="12951349" cy="197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DAG2n2McA0g</dc:identifier>
  <dcterms:modified xsi:type="dcterms:W3CDTF">2011-08-01T06:04:30Z</dcterms:modified>
  <cp:revision>1</cp:revision>
  <dc:title>Grey Minimalist Professional Project Presentation</dc:title>
</cp:coreProperties>
</file>